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svg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svg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svg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svg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7.sv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8.sv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9.sv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0.sv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1.sv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2.svg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3.svg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4.svg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5.svg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6.svg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7.svg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8.sv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9.svg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0.sv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1.svg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2.svg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3.svg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4.svg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5.svg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6.svg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7.svg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8.svg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9.sv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0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